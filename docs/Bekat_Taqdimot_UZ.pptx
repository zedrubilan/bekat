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524640d8-ba77-1183-5755-cfd732b71027}">
          <p14:sldIdLst>
            <p14:sldId id="256"/>
          </p14:sldIdLst>
        </p14:section>
        <p14:section name="Muammo" id="{f8b5f88c-ddb9-2f17-b75b-9c453a7e405c}">
          <p14:sldIdLst>
            <p14:sldId id="257"/>
            <p14:sldId id="258"/>
          </p14:sldIdLst>
        </p14:section>
        <p14:section name="Yechim" id="{81c27bd9-f526-a082-98f5-01b409d3549f}">
          <p14:sldIdLst>
            <p14:sldId id="259"/>
            <p14:sldId id="260"/>
            <p14:sldId id="261"/>
            <p14:sldId id="262"/>
          </p14:sldIdLst>
        </p14:section>
        <p14:section name="Texnologiya" id="{8f97314d-5586-b4cc-862e-71f3453c54d7}">
          <p14:sldIdLst>
            <p14:sldId id="263"/>
          </p14:sldIdLst>
        </p14:section>
        <p14:section name="Bozor" id="{1399ce3c-7432-49e1-44db-16b859aefd00}">
          <p14:sldIdLst>
            <p14:sldId id="264"/>
            <p14:sldId id="265"/>
          </p14:sldIdLst>
        </p14:section>
        <p14:section name="Reja" id="{6f5ae3d9-de0d-1104-8ad9-3b9addc42d81}">
          <p14:sldIdLst>
            <p14:sldId id="266"/>
            <p14:sldId id="267"/>
            <p14:sldId id="268"/>
          </p14:sldIdLst>
        </p14:section>
        <p14:section name="Yakun" id="{5d962bc0-cecd-d707-c74e-a891e599e0c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mln so‘m</c:v>
                </c:pt>
              </c:strCache>
            </c:strRef>
          </c:tx>
          <c:spPr>
            <a:solidFill>
              <a:srgbClr val="2D6B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Jamoa mehnat haqi</c:v>
                  </c:pt>
                  <c:pt idx="1">
                    <c:v>Dala tadqiqoti</c:v>
                  </c:pt>
                  <c:pt idx="2">
                    <c:v>Xarita xizmatlari</c:v>
                  </c:pt>
                  <c:pt idx="3">
                    <c:v>Server (VPS)</c:v>
                  </c:pt>
                  <c:pt idx="4">
                    <c:v>Test smartfonlari</c:v>
                  </c:pt>
                  <c:pt idx="5">
                    <c:v>3D dizayn</c:v>
                  </c:pt>
                  <c:pt idx="6">
                    <c:v>Pilot va targ‘ibot</c:v>
                  </c:pt>
                  <c:pt idx="7">
                    <c:v>Do‘kon akkauntlari</c:v>
                  </c:pt>
                  <c:pt idx="8">
                    <c:v>EHM guvohnomasi</c:v>
                  </c:pt>
                  <c:pt idx="9">
                    <c:v>Kutilmagan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8</c:v>
                </c:pt>
                <c:pt idx="2">
                  <c:v>4.8</c:v>
                </c:pt>
                <c:pt idx="3">
                  <c:v>4.2</c:v>
                </c:pt>
                <c:pt idx="4">
                  <c:v>3.6</c:v>
                </c:pt>
                <c:pt idx="5">
                  <c:v>3</c:v>
                </c:pt>
                <c:pt idx="6">
                  <c:v>3</c:v>
                </c:pt>
                <c:pt idx="7">
                  <c:v>1.6</c:v>
                </c:pt>
                <c:pt idx="8">
                  <c:v>1.4</c:v>
                </c:pt>
                <c:pt idx="9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Loyihamiz — Bekat: Namangan shahri avtobuslari uchun aqlli marshrut xaritasi.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Namanganda jamoat transporti tez yangilanmoqda, lekin yo‘lovchi uchun eng oddiy savolga javob beradigan sodda vosita yo‘q.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Qodirov Ulug‘bek, Zamalitdinov Salim · NamDTU, 37-ATT-23 (r)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WH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Qodirov Ulug‘bek, Zamalitdinov Salim · NamDTU, 37-ATT-23 (r)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1AE"/>
                </a:solidFill>
              </a:rPr>
              <a:t>“ENG YAXSHI KREATIV G‘OYA” RESPUBLIKA TANLOVI · 2026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Bekat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AE2"/>
                </a:solidFill>
              </a:rPr>
              <a:t>Namangan avtobuslari uchun aqlli marshrut xaritasi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31136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Qodirov Ulug‘bek, Zamalitdinov Salim · NamDTU, 37-ATT-23 (r) guruhi</a:t>
            </a:r>
            <a:endParaRPr lang="en-US" sz="1200" dirty="0"/>
          </a:p>
        </p:txBody>
      </p:sp>
      <p:pic>
        <p:nvPicPr>
          <p:cNvPr id="18" name="bus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880360"/>
            <a:ext cx="2240280" cy="1865376"/>
          </a:xfrm>
          <a:prstGeom prst="rect">
            <a:avLst/>
          </a:prstGeom>
        </p:spPr>
      </p:pic>
      <p:pic>
        <p:nvPicPr>
          <p:cNvPr id="19" name="phone" descr="/home/abraxis/Desktop/Bekat/docs/assets/phone_02_home_u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"/>
            <a:ext cx="219456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MUAMMO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“Qaysi avtobus? Qayerda almashaman?”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Shaharda yangi avtobuslar ko‘paymoqda, yo‘nalishlar qayta tuzilmoqda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Manzilga to‘g‘ridan-to‘g‘ri avtobus bo‘lmasa, odamlar taksiga o‘tadi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Almashinuvli yo‘lni sodda ko‘rsatadigan vosita yo‘q</a:t>
            </a:r>
            <a:endParaRPr lang="en-US" sz="1600" dirty="0"/>
          </a:p>
        </p:txBody>
      </p:sp>
      <p:pic>
        <p:nvPicPr>
          <p:cNvPr id="7" name="city map" descr="/home/abraxis/Desktop/Bekat/docs/assets/map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554480"/>
            <a:ext cx="384048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3611880"/>
            <a:ext cx="3200400" cy="566928"/>
          </a:xfrm>
          <a:prstGeom prst="roundRect">
            <a:avLst>
              <a:gd name="adj" fmla="val 290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4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7492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Chorsudan Yuksalishga qanday boraman?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RAQAMLAR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Tarmoq o‘smoqda — ma’lumot esa yo‘q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731,3 ming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Namangan shahri aholisi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130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zamonaviy avtobus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brutto-shartnomali yo‘nalish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7CE0A3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yo‘nalish ochiq xaritada (OSM)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Manbalar: namstat.uz (01.04.2026), yuz.uz (03.10.2026), gazeta.uz (24.09.2026), OpenStreetMap so‘rovi (14.10.2026)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YECHIM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Manzilni tanlang — yo‘lni ko‘ring</a:t>
            </a:r>
            <a:endParaRPr lang="en-US" sz="2800" dirty="0"/>
          </a:p>
        </p:txBody>
      </p:sp>
      <p:pic>
        <p:nvPicPr>
          <p:cNvPr id="6" name="phone 02_home" descr="/home/abraxis/Desktop/Bekat/docs/assets/phone_02_home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517904" cy="29169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5856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Xarita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3D shahar, jonli avtobuslar</a:t>
            </a:r>
            <a:endParaRPr lang="en-US" sz="1500" dirty="0"/>
          </a:p>
        </p:txBody>
      </p:sp>
      <p:pic>
        <p:nvPicPr>
          <p:cNvPr id="8" name="phone 05_plan" descr="/home/abraxis/Desktop/Bekat/docs/assets/phone_05_plan_u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1517904" cy="29169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4748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Variantlar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avtobus + almashinuv + piyoda</a:t>
            </a:r>
            <a:endParaRPr lang="en-US" sz="1500" dirty="0"/>
          </a:p>
        </p:txBody>
      </p:sp>
      <p:pic>
        <p:nvPicPr>
          <p:cNvPr id="10" name="phone 06_trip" descr="/home/abraxis/Desktop/Bekat/docs/assets/phone_06_trip_u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1517904" cy="29169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3640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Yo‘lda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qolgan bekatlar va vaqt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ASOSIY G‘OYA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To‘g‘ri avtobus bo‘lmasa ham — yo‘l bor</a:t>
            </a:r>
            <a:endParaRPr lang="en-US" sz="2800" dirty="0"/>
          </a:p>
        </p:txBody>
      </p:sp>
      <p:pic>
        <p:nvPicPr>
          <p:cNvPr id="6" name="Image 0" descr="/home/abraxis/Desktop/Bekat/docs/assets/phone_05_plan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600200" cy="3072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64592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00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Almashinuv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Bir nechta avtobusni birlashtiradi: №9 bilan vokzalgacha, so‘ng №7 ga o‘tiladi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606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 yaqin nuqta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Avtobus bormaydigan joyga ham eng yaqin bekatgacha olib boradi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3200" y="3566160"/>
            <a:ext cx="384048" cy="384048"/>
          </a:xfrm>
          <a:prstGeom prst="ellipse">
            <a:avLst/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520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Tez va oflayn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RAPTOR algoritmi telefon ichida, 1 soniyadan kam vaqtda hisoblaydi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METRO USLUBIDAGI SXEMA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Butun tarmoq — bitta sxemada</a:t>
            </a:r>
            <a:endParaRPr lang="en-US" sz="2800" dirty="0"/>
          </a:p>
        </p:txBody>
      </p:sp>
      <p:pic>
        <p:nvPicPr>
          <p:cNvPr id="6" name="scheme" descr="/home/abraxis/Desktop/Bekat/docs/assets/scheme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681728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8132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426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Otchopar – Taxtako‘prik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9568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E6FE8"/>
          </a:solidFill>
          <a:ln w="12700">
            <a:solidFill>
              <a:srgbClr val="1E6F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Otchopar – Chorsu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43230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36208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Yuksalish – Chorsu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90779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2852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Aeroport – Lola bozori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338328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33284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Gulbog‘ – Temir yo‘l vokzali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06440" y="38587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8039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Yangi Namangan – Viloyat bolalar kasalxonasi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</a:rPr>
              <a:t>Oraliq bekatlar — dala tadqiqotigacha namuna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3D JONLI XARITA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Shahar xuddi o‘yindagidek</a:t>
            </a:r>
            <a:endParaRPr lang="en-US" sz="2800" dirty="0"/>
          </a:p>
        </p:txBody>
      </p:sp>
      <p:pic>
        <p:nvPicPr>
          <p:cNvPr id="6" name="Image 0" descr="/home/abraxis/Desktop/Bekat/docs/assets/map_ce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417320"/>
            <a:ext cx="438912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Avtobuslar xaritada harakatlanadi (qatnov jadvali asosida)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Har bir bekatda — keyingi avtobusgacha necha daqiqa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Kam matn, katta tugmalar: keksalar ham, bolalar ham tushunadi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O‘zbek, rus, ingliz tillari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TEXNOLOGIYA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Qanday ishlaydi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Ma’lumot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Bekatlar va yo‘nalishlar GPS bilan yig‘iladi (GTFS format)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Telefonda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Marshrut algoritmi va jadval — internetsiz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Xarita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MapLibre + OpenStreetMap, 3D binolar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05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Shahar uchun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Anonim “talab xaritasi” hokimlikka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01000" cy="502920"/>
          </a:xfrm>
          <a:prstGeom prst="roundRect">
            <a:avLst>
              <a:gd name="adj" fmla="val 2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Flutter: Android · iOS · Web — bitta kod bazasi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ANALOGLAR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Bekatning farqi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Yandex Xaritalar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OSM ilovalari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Bekat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Namanganda jonli avtobus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Jadval asosida; GPS — 2-bosqich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Butun tarmoq sxemasi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“Eng yaqin nuqta” rejimi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Shahar uchun talab tahlili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Namangan yo‘nalishlari bazasi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Yopiq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0 yo‘nalish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Ochiq, yangilanadi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BIZNES MODEL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Aholiga bepul — shaharga foydali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Aholi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Ilova bepul. Reklama faqat bekatlar atrofidagi mahalliy biznesdan.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Hokimlik va transport boshqarmasi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Yillik B2G obuna: talab xaritasi, yo‘nalish o‘zgarishlari haqida xabar berish.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8464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27064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Tashuvchilar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Ko‘proq yo‘lovchi; GPS ma’lumotlarini ulash orqali hamkorlik.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REJA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 oyda: prototipdan pilotgacha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406640" cy="0"/>
          </a:xfrm>
          <a:prstGeom prst="line">
            <a:avLst/>
          </a:prstGeom>
          <a:noFill/>
          <a:ln w="76200">
            <a:solidFill>
              <a:srgbClr val="22A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1–3 hafta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Barcha yo‘nalishlar va bekatlarni GPS bilan yig‘ish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9928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3–5 hafta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Ilova karkasi, qidiruv, 3 til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75888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6–7 hafta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Almashinuvli marshrut, oflayn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57216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 hafta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Sxema, 3D, reliz (APK + veb)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38544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9–12 hafta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35624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100+ foydalanuvchi bilan pilot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AA1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Keyin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Real vaqt GPS, Andijon, Farg‘ona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SMETA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40 mln so‘m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Eng katta qism — jamoa mehnati va dala tadqiqoti; server va xarita — 12 oyga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8046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HOLAT VA KPI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Prototip allaqachon ishlaydi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Ishlaydigan ilova: Android, iOS, veb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6 yo‘nalish, 36 bekat, 69 joy qidiruvda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Almashinuvli marshrut va metro sxemasi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Avtomatik testlar: 7 / 7 o‘tdi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shahar yo‘nalishlari raqamlashtiriladi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&lt; 1 s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marshrut hisoblash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faol pilot foydalanuvchi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80%+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“kerakli yo‘lni topdim”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Maqsadli ko‘rsatkichlar — pilotdan keyin o‘lchanadi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411480"/>
            <a:ext cx="2377440" cy="19751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2514600"/>
            <a:ext cx="1600200" cy="20574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QR download" descr="/home/abraxis/Desktop/Bekat/docs/assets/qr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624328"/>
            <a:ext cx="1380744" cy="13807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46520" y="4041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71C"/>
                </a:solidFill>
              </a:rPr>
              <a:t>Skanerlang — ilovani yuklab oling</a:t>
            </a:r>
            <a:endParaRPr lang="en-US" sz="95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Bekat — Namangan bo‘ylab oson yo‘l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AE2"/>
                </a:solidFill>
              </a:rPr>
              <a:t>Hamkorlarni taklif qilamiz: shahar hokimligi, viloyat transport boshqarmasi, avtobus tashuvchilari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03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Qodirov Ulug‘bek — muallif · Zamalitdinov Salim — hammuallif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+998 90 555 80 91 · salzamov@gmail.com · github.com/ZedRubilan/bekat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kat">
  <a:themeElements>
    <a:clrScheme name="Bekat">
      <a:dk1>
        <a:srgbClr val="15171C"/>
      </a:dk1>
      <a:lt1>
        <a:srgbClr val="FFFFFF"/>
      </a:lt1>
      <a:dk2>
        <a:srgbClr val="1E2024"/>
      </a:dk2>
      <a:lt2>
        <a:srgbClr val="EEF1F6"/>
      </a:lt2>
      <a:accent1>
        <a:srgbClr val="2D6BF0"/>
      </a:accent1>
      <a:accent2>
        <a:srgbClr val="E53935"/>
      </a:accent2>
      <a:accent3>
        <a:srgbClr val="22A55B"/>
      </a:accent3>
      <a:accent4>
        <a:srgbClr val="F59E0B"/>
      </a:accent4>
      <a:accent5>
        <a:srgbClr val="8B5CF6"/>
      </a:accent5>
      <a:accent6>
        <a:srgbClr val="06B6D4"/>
      </a:accent6>
      <a:hlink>
        <a:srgbClr val="2D6BF0"/>
      </a:hlink>
      <a:folHlink>
        <a:srgbClr val="8B5CF6"/>
      </a:folHlink>
    </a:clrScheme>
    <a:fontScheme name="Bek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Bekat</dc:title>
  <dc:subject>PptxGenJS Presentation</dc:subject>
  <dc:creator>Qodirov Ulug‘bek, Zamalitdinov Salim</dc:creator>
  <cp:lastModifiedBy>Qodirov Ulug‘bek, Zamalitdinov Salim</cp:lastModifiedBy>
  <cp:revision>1</cp:revision>
  <dcterms:created xsi:type="dcterms:W3CDTF">2026-10-14T15:00:05Z</dcterms:created>
  <dcterms:modified xsi:type="dcterms:W3CDTF">2026-10-14T15:00:05Z</dcterms:modified>
</cp:coreProperties>
</file>